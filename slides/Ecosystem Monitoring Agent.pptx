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Urbanis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rbanist-bold.fntdata"/><Relationship Id="rId12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boldItalic.fntdata"/><Relationship Id="rId14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bb12bf71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dbb12bf713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bb12bf71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dbb12bf713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425666" y="2383083"/>
            <a:ext cx="5340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Smart Spatial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Analysis Agent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583459"/>
            <a:ext cx="85725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Autonomous Environmental Monitoring using Google ADK, Gemini 2.</a:t>
            </a:r>
            <a:r>
              <a:rPr lang="en-US" sz="21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5</a:t>
            </a: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Flash, and Google Earth Engine (GEE)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9950" y="1154459"/>
            <a:ext cx="20319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365800" y="5790875"/>
            <a:ext cx="96999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Group-9 : Thet Htoo Htoo San, Ye Htet Hein Thurein Myo Aung Wint Wah Ko Yin Mon, Shwe Witt Yee, Tin Myo Thu</a:t>
            </a:r>
            <a:endParaRPr b="1"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84750" y="400684"/>
            <a:ext cx="85725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Build with AI Training 2026</a:t>
            </a:r>
            <a:endParaRPr b="1"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Hosted By MMDT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30865"/>
            <a:ext cx="11887201" cy="553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2316956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Intelligent GEE Tooling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81025" y="2888456"/>
            <a:ext cx="52293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Google ADK Runner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orchestrates requests </a:t>
            </a:r>
            <a:endParaRPr b="0" i="0" sz="1650" u="none" cap="none" strike="noStrik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between the user and the Gemini model. The model identifies spatial intent and triggers the custom Python tool wrapping Earth Engine API calls.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81025" y="4438650"/>
            <a:ext cx="475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Multimodal reasoning for map interpretation.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81025" y="5011935"/>
            <a:ext cx="475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Automated sensor selection (L5, L7, L8).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81025" y="5585221"/>
            <a:ext cx="475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Direct export to CSV or Image artifacts.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19150" y="960387"/>
            <a:ext cx="1133141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Agent Architecture &amp; Workflow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81025" y="960387"/>
            <a:ext cx="76200" cy="5524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9550" y="2186475"/>
            <a:ext cx="6612449" cy="419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300" y="1443025"/>
            <a:ext cx="9105900" cy="397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88" y="1818863"/>
            <a:ext cx="11590626" cy="322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58102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/>
        </p:nvSpPr>
        <p:spPr>
          <a:xfrm>
            <a:off x="305251" y="3762125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580950" y="2471015"/>
            <a:ext cx="11030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Question and Feedback</a:t>
            </a:r>
            <a:endParaRPr sz="3500"/>
          </a:p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